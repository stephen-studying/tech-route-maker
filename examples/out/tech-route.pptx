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1150000" y="1942013"/>
            <a:ext cx="9892000" cy="36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en-US" sz="2100" b="1">
                <a:solidFill>
                  <a:srgbClr val="1F2937"/>
                </a:solidFill>
              </a:rPr>
              <a:t>Sample Project</a:t>
            </a:r>
          </a:p>
          <a:p>
            <a:pPr algn="ctr"/>
            <a:r>
              <a:rPr lang="en-US" sz="2100" b="1">
                <a:solidFill>
                  <a:srgbClr val="1F2937"/>
                </a:solidFill>
              </a:rPr>
              <a:t>Technical Route</a:t>
            </a:r>
          </a:p>
        </p:txBody>
      </p:sp>
      <p:sp>
        <p:nvSpPr>
          <p:cNvPr id="3" name="Stage Objective"/>
          <p:cNvSpPr/>
          <p:nvPr/>
        </p:nvSpPr>
        <p:spPr>
          <a:xfrm>
            <a:off x="696016" y="2919267"/>
            <a:ext cx="1815923" cy="164070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4" name="Header Objective"/>
          <p:cNvSpPr/>
          <p:nvPr/>
        </p:nvSpPr>
        <p:spPr>
          <a:xfrm>
            <a:off x="696016" y="2919267"/>
            <a:ext cx="1815923" cy="302653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Objective</a:t>
            </a:r>
          </a:p>
        </p:txBody>
      </p:sp>
      <p:sp>
        <p:nvSpPr>
          <p:cNvPr id="5" name="Stage Input"/>
          <p:cNvSpPr/>
          <p:nvPr/>
        </p:nvSpPr>
        <p:spPr>
          <a:xfrm>
            <a:off x="2942027" y="2919267"/>
            <a:ext cx="1815923" cy="164070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6" name="Header Input"/>
          <p:cNvSpPr/>
          <p:nvPr/>
        </p:nvSpPr>
        <p:spPr>
          <a:xfrm>
            <a:off x="2942027" y="2919267"/>
            <a:ext cx="1815923" cy="302653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7" name="Stage Method"/>
          <p:cNvSpPr/>
          <p:nvPr/>
        </p:nvSpPr>
        <p:spPr>
          <a:xfrm>
            <a:off x="5188038" y="2919267"/>
            <a:ext cx="1815923" cy="164070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8" name="Header Method"/>
          <p:cNvSpPr/>
          <p:nvPr/>
        </p:nvSpPr>
        <p:spPr>
          <a:xfrm>
            <a:off x="5188038" y="2919267"/>
            <a:ext cx="1815923" cy="302653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9" name="Stage Validation"/>
          <p:cNvSpPr/>
          <p:nvPr/>
        </p:nvSpPr>
        <p:spPr>
          <a:xfrm>
            <a:off x="7434049" y="2919267"/>
            <a:ext cx="1815923" cy="164070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10" name="Header Validation"/>
          <p:cNvSpPr/>
          <p:nvPr/>
        </p:nvSpPr>
        <p:spPr>
          <a:xfrm>
            <a:off x="7434049" y="2919267"/>
            <a:ext cx="1815923" cy="302653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11" name="Stage Output"/>
          <p:cNvSpPr/>
          <p:nvPr/>
        </p:nvSpPr>
        <p:spPr>
          <a:xfrm>
            <a:off x="9680059" y="2919267"/>
            <a:ext cx="1815923" cy="164070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</a:ln>
        </p:spPr>
        <p:txBody>
          <a:bodyPr wrap="square" anchor="ctr"/>
          <a:lstStyle/>
          <a:p>
            <a:pPr algn="ctr"/>
            <a:r>
              <a:rPr lang="en-US" sz="1000">
                <a:solidFill>
                  <a:srgbClr val="1F2937"/>
                </a:solidFill>
              </a:rPr>
              <a:t/>
            </a:r>
          </a:p>
        </p:txBody>
      </p:sp>
      <p:sp>
        <p:nvSpPr>
          <p:cNvPr id="12" name="Header Output"/>
          <p:cNvSpPr/>
          <p:nvPr/>
        </p:nvSpPr>
        <p:spPr>
          <a:xfrm>
            <a:off x="9680059" y="2919267"/>
            <a:ext cx="1815923" cy="302653"/>
          </a:xfrm>
          <a:prstGeom prst="roundRect">
            <a:avLst/>
          </a:prstGeom>
          <a:solidFill>
            <a:srgbClr val="1D4ED8"/>
          </a:solidFill>
          <a:ln w="12700">
            <a:solidFill>
              <a:srgbClr val="1D4ED8"/>
            </a:solidFill>
          </a:ln>
        </p:spPr>
        <p:txBody>
          <a:bodyPr wrap="square" anchor="ctr"/>
          <a:lstStyle/>
          <a:p>
            <a:pPr algn="ctr"/>
            <a:r>
              <a:rPr lang="en-US" sz="1100" b="1">
                <a:solidFill>
                  <a:srgbClr val="FFFFFF"/>
                </a:solidFill>
              </a:rPr>
              <a:t>Output</a:t>
            </a:r>
          </a:p>
        </p:txBody>
      </p:sp>
      <p:cxnSp>
        <p:nvCxnSpPr>
          <p:cNvPr id="13" name="Connector 13"/>
          <p:cNvCxnSpPr/>
          <p:nvPr/>
        </p:nvCxnSpPr>
        <p:spPr>
          <a:xfrm>
            <a:off x="1603978" y="3596256"/>
            <a:ext cx="2246010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4" name="Connector 14"/>
          <p:cNvCxnSpPr/>
          <p:nvPr/>
        </p:nvCxnSpPr>
        <p:spPr>
          <a:xfrm>
            <a:off x="3849989" y="3596256"/>
            <a:ext cx="2246010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>
            <a:off x="6096000" y="3596256"/>
            <a:ext cx="1" cy="589378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 flipV="1">
            <a:off x="6096000" y="3596256"/>
            <a:ext cx="2246010" cy="589378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8342010" y="3596256"/>
            <a:ext cx="2246010" cy="1"/>
          </a:xfrm>
          <a:prstGeom prst="line">
            <a:avLst/>
          </a:prstGeom>
          <a:ln w="19050">
            <a:solidFill>
              <a:srgbClr val="2563EB"/>
            </a:solidFill>
            <a:headEnd type="triangle"/>
          </a:ln>
        </p:spPr>
      </p:cxnSp>
      <p:sp>
        <p:nvSpPr>
          <p:cNvPr id="18" name="Node objective_goal"/>
          <p:cNvSpPr/>
          <p:nvPr/>
        </p:nvSpPr>
        <p:spPr>
          <a:xfrm>
            <a:off x="895130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Define project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goal</a:t>
            </a:r>
          </a:p>
        </p:txBody>
      </p:sp>
      <p:sp>
        <p:nvSpPr>
          <p:cNvPr id="19" name="Node input_sources"/>
          <p:cNvSpPr/>
          <p:nvPr/>
        </p:nvSpPr>
        <p:spPr>
          <a:xfrm>
            <a:off x="3141141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Collect source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evidence</a:t>
            </a:r>
          </a:p>
        </p:txBody>
      </p:sp>
      <p:sp>
        <p:nvSpPr>
          <p:cNvPr id="20" name="Node method_extract"/>
          <p:cNvSpPr/>
          <p:nvPr/>
        </p:nvSpPr>
        <p:spPr>
          <a:xfrm>
            <a:off x="5387152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Extract route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stages</a:t>
            </a:r>
          </a:p>
        </p:txBody>
      </p:sp>
      <p:sp>
        <p:nvSpPr>
          <p:cNvPr id="21" name="Node method_render"/>
          <p:cNvSpPr/>
          <p:nvPr/>
        </p:nvSpPr>
        <p:spPr>
          <a:xfrm>
            <a:off x="5387152" y="3954662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Render editable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files</a:t>
            </a:r>
          </a:p>
        </p:txBody>
      </p:sp>
      <p:sp>
        <p:nvSpPr>
          <p:cNvPr id="22" name="Node validation_check"/>
          <p:cNvSpPr/>
          <p:nvPr/>
        </p:nvSpPr>
        <p:spPr>
          <a:xfrm>
            <a:off x="7633163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Check route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quality</a:t>
            </a:r>
          </a:p>
        </p:txBody>
      </p:sp>
      <p:sp>
        <p:nvSpPr>
          <p:cNvPr id="23" name="Node output_files"/>
          <p:cNvSpPr/>
          <p:nvPr/>
        </p:nvSpPr>
        <p:spPr>
          <a:xfrm>
            <a:off x="9879174" y="3365283"/>
            <a:ext cx="1417694" cy="4619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0A5FA"/>
            </a:solidFill>
          </a:ln>
        </p:spPr>
        <p:txBody>
          <a:bodyPr wrap="square" anchor="ctr"/>
          <a:lstStyle/>
          <a:p>
            <a:pPr algn="ctr"/>
            <a:r>
              <a:rPr lang="en-US" sz="1050">
                <a:solidFill>
                  <a:srgbClr val="1F2937"/>
                </a:solidFill>
              </a:rPr>
              <a:t>Deliver editable</a:t>
            </a:r>
          </a:p>
          <a:p>
            <a:pPr algn="ctr"/>
            <a:r>
              <a:rPr lang="en-US" sz="1050">
                <a:solidFill>
                  <a:srgbClr val="1F2937"/>
                </a:solidFill>
              </a:rPr>
              <a:t>diagrams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