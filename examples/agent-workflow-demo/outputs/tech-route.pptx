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custom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Band"/>
          <p:cNvSpPr/>
          <p:nvPr/>
        </p:nvSpPr>
        <p:spPr>
          <a:xfrm>
            <a:off x="670000" y="857474"/>
            <a:ext cx="10852000" cy="500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2100" b="1">
                <a:solidFill>
                  <a:srgbClr val="242424"/>
                </a:solidFill>
              </a:rPr>
              <a:t>Agent Workflow For Editable Route</a:t>
            </a:r>
          </a:p>
          <a:p>
            <a:pPr algn="ctr"/>
            <a:r>
              <a:rPr lang="zh-CN" sz="2100" b="1">
                <a:solidFill>
                  <a:srgbClr val="242424"/>
                </a:solidFill>
              </a:rPr>
              <a:t>Diagrams</a:t>
            </a:r>
          </a:p>
        </p:txBody>
      </p:sp>
      <p:sp>
        <p:nvSpPr>
          <p:cNvPr id="3" name="Subtitle"/>
          <p:cNvSpPr/>
          <p:nvPr/>
        </p:nvSpPr>
        <p:spPr>
          <a:xfrm>
            <a:off x="670000" y="1347474"/>
            <a:ext cx="10852000" cy="21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zh-CN" sz="850">
                <a:solidFill>
                  <a:srgbClr val="6B7280"/>
                </a:solidFill>
              </a:rPr>
              <a:t>Workflow pipeline demo generated by</a:t>
            </a:r>
          </a:p>
          <a:p>
            <a:pPr algn="ctr"/>
            <a:r>
              <a:rPr lang="zh-CN" sz="850">
                <a:solidFill>
                  <a:srgbClr val="6B7280"/>
                </a:solidFill>
              </a:rPr>
              <a:t>tech-route-maker</a:t>
            </a:r>
          </a:p>
        </p:txBody>
      </p:sp>
      <p:sp>
        <p:nvSpPr>
          <p:cNvPr id="4" name="Stage Source Intake"/>
          <p:cNvSpPr/>
          <p:nvPr/>
        </p:nvSpPr>
        <p:spPr>
          <a:xfrm>
            <a:off x="804287" y="2225157"/>
            <a:ext cx="1853398" cy="33603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242424"/>
                </a:solidFill>
              </a:rPr>
              <a:t/>
            </a:r>
          </a:p>
        </p:txBody>
      </p:sp>
      <p:sp>
        <p:nvSpPr>
          <p:cNvPr id="5" name="Header Source Intake"/>
          <p:cNvSpPr/>
          <p:nvPr/>
        </p:nvSpPr>
        <p:spPr>
          <a:xfrm>
            <a:off x="1024287" y="2225157"/>
            <a:ext cx="630155" cy="3291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Source Intake</a:t>
            </a:r>
          </a:p>
        </p:txBody>
      </p:sp>
      <p:sp>
        <p:nvSpPr>
          <p:cNvPr id="6" name="Stage Evidence Extraction"/>
          <p:cNvSpPr/>
          <p:nvPr/>
        </p:nvSpPr>
        <p:spPr>
          <a:xfrm>
            <a:off x="2986794" y="2225157"/>
            <a:ext cx="1853398" cy="3360367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242424"/>
                </a:solidFill>
              </a:rPr>
              <a:t/>
            </a:r>
          </a:p>
        </p:txBody>
      </p:sp>
      <p:sp>
        <p:nvSpPr>
          <p:cNvPr id="7" name="Header Evidence Extraction"/>
          <p:cNvSpPr/>
          <p:nvPr/>
        </p:nvSpPr>
        <p:spPr>
          <a:xfrm>
            <a:off x="3206794" y="2225157"/>
            <a:ext cx="630155" cy="3291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Evidence</a:t>
            </a:r>
          </a:p>
          <a:p>
            <a:pPr algn="ctr"/>
            <a:r>
              <a:rPr lang="zh-CN" sz="1100" b="1">
                <a:solidFill>
                  <a:srgbClr val="FFFFFF"/>
                </a:solidFill>
              </a:rPr>
              <a:t>Extraction</a:t>
            </a:r>
          </a:p>
        </p:txBody>
      </p:sp>
      <p:sp>
        <p:nvSpPr>
          <p:cNvPr id="8" name="Stage Route JSON"/>
          <p:cNvSpPr/>
          <p:nvPr/>
        </p:nvSpPr>
        <p:spPr>
          <a:xfrm>
            <a:off x="5169300" y="2225157"/>
            <a:ext cx="1853398" cy="3360367"/>
          </a:xfrm>
          <a:prstGeom prst="roundRect">
            <a:avLst/>
          </a:prstGeom>
          <a:solidFill>
            <a:srgbClr val="E2E8F0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242424"/>
                </a:solidFill>
              </a:rPr>
              <a:t/>
            </a:r>
          </a:p>
        </p:txBody>
      </p:sp>
      <p:sp>
        <p:nvSpPr>
          <p:cNvPr id="9" name="Header Route JSON"/>
          <p:cNvSpPr/>
          <p:nvPr/>
        </p:nvSpPr>
        <p:spPr>
          <a:xfrm>
            <a:off x="5389300" y="2225157"/>
            <a:ext cx="630155" cy="3291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Route JSON</a:t>
            </a:r>
          </a:p>
        </p:txBody>
      </p:sp>
      <p:sp>
        <p:nvSpPr>
          <p:cNvPr id="10" name="Stage Editable Rendering"/>
          <p:cNvSpPr/>
          <p:nvPr/>
        </p:nvSpPr>
        <p:spPr>
          <a:xfrm>
            <a:off x="7351807" y="2225157"/>
            <a:ext cx="1853398" cy="3360367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242424"/>
                </a:solidFill>
              </a:rPr>
              <a:t/>
            </a:r>
          </a:p>
        </p:txBody>
      </p:sp>
      <p:sp>
        <p:nvSpPr>
          <p:cNvPr id="11" name="Header Editable Rendering"/>
          <p:cNvSpPr/>
          <p:nvPr/>
        </p:nvSpPr>
        <p:spPr>
          <a:xfrm>
            <a:off x="7571807" y="2225157"/>
            <a:ext cx="630155" cy="3291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Editable Rendering</a:t>
            </a:r>
          </a:p>
        </p:txBody>
      </p:sp>
      <p:sp>
        <p:nvSpPr>
          <p:cNvPr id="12" name="Stage Quality Review"/>
          <p:cNvSpPr/>
          <p:nvPr/>
        </p:nvSpPr>
        <p:spPr>
          <a:xfrm>
            <a:off x="9534314" y="2225157"/>
            <a:ext cx="1853398" cy="3360367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txBody>
          <a:bodyPr wrap="square" anchor="ctr"/>
          <a:lstStyle/>
          <a:p>
            <a:pPr algn="ctr"/>
            <a:r>
              <a:rPr lang="zh-CN" sz="1000">
                <a:solidFill>
                  <a:srgbClr val="242424"/>
                </a:solidFill>
              </a:rPr>
              <a:t/>
            </a:r>
          </a:p>
        </p:txBody>
      </p:sp>
      <p:sp>
        <p:nvSpPr>
          <p:cNvPr id="13" name="Header Quality Review"/>
          <p:cNvSpPr/>
          <p:nvPr/>
        </p:nvSpPr>
        <p:spPr>
          <a:xfrm>
            <a:off x="9754314" y="2225157"/>
            <a:ext cx="630155" cy="329108"/>
          </a:xfrm>
          <a:prstGeom prst="roundRect">
            <a:avLst/>
          </a:prstGeom>
          <a:solidFill>
            <a:srgbClr val="334155"/>
          </a:solidFill>
          <a:ln w="12700">
            <a:solidFill>
              <a:srgbClr val="334155"/>
            </a:solidFill>
          </a:ln>
        </p:spPr>
        <p:txBody>
          <a:bodyPr wrap="square" anchor="ctr"/>
          <a:lstStyle/>
          <a:p>
            <a:pPr algn="ctr"/>
            <a:r>
              <a:rPr lang="zh-CN" sz="1100" b="1">
                <a:solidFill>
                  <a:srgbClr val="FFFFFF"/>
                </a:solidFill>
              </a:rPr>
              <a:t>Quality Review</a:t>
            </a:r>
          </a:p>
        </p:txBody>
      </p:sp>
      <p:cxnSp>
        <p:nvCxnSpPr>
          <p:cNvPr id="14" name="Connector 14"/>
          <p:cNvCxnSpPr/>
          <p:nvPr/>
        </p:nvCxnSpPr>
        <p:spPr>
          <a:xfrm>
            <a:off x="2657685" y="3905340"/>
            <a:ext cx="329108" cy="1"/>
          </a:xfrm>
          <a:prstGeom prst="line">
            <a:avLst/>
          </a:prstGeom>
          <a:ln w="19050">
            <a:solidFill>
              <a:srgbClr val="475569"/>
            </a:solidFill>
            <a:headEnd type="triangle"/>
          </a:ln>
        </p:spPr>
      </p:cxnSp>
      <p:cxnSp>
        <p:nvCxnSpPr>
          <p:cNvPr id="15" name="Connector 15"/>
          <p:cNvCxnSpPr/>
          <p:nvPr/>
        </p:nvCxnSpPr>
        <p:spPr>
          <a:xfrm>
            <a:off x="4840192" y="3905340"/>
            <a:ext cx="329108" cy="1"/>
          </a:xfrm>
          <a:prstGeom prst="line">
            <a:avLst/>
          </a:prstGeom>
          <a:ln w="19050">
            <a:solidFill>
              <a:srgbClr val="475569"/>
            </a:solidFill>
            <a:headEnd type="triangle"/>
          </a:ln>
        </p:spPr>
      </p:cxnSp>
      <p:cxnSp>
        <p:nvCxnSpPr>
          <p:cNvPr id="16" name="Connector 16"/>
          <p:cNvCxnSpPr/>
          <p:nvPr/>
        </p:nvCxnSpPr>
        <p:spPr>
          <a:xfrm>
            <a:off x="7022699" y="3905340"/>
            <a:ext cx="329108" cy="1"/>
          </a:xfrm>
          <a:prstGeom prst="line">
            <a:avLst/>
          </a:prstGeom>
          <a:ln w="19050">
            <a:solidFill>
              <a:srgbClr val="475569"/>
            </a:solidFill>
            <a:headEnd type="triangle"/>
          </a:ln>
        </p:spPr>
      </p:cxnSp>
      <p:cxnSp>
        <p:nvCxnSpPr>
          <p:cNvPr id="17" name="Connector 17"/>
          <p:cNvCxnSpPr/>
          <p:nvPr/>
        </p:nvCxnSpPr>
        <p:spPr>
          <a:xfrm>
            <a:off x="9205205" y="3905340"/>
            <a:ext cx="329108" cy="1"/>
          </a:xfrm>
          <a:prstGeom prst="line">
            <a:avLst/>
          </a:prstGeom>
          <a:ln w="19050">
            <a:solidFill>
              <a:srgbClr val="475569"/>
            </a:solidFill>
            <a:headEnd type="triangle"/>
          </a:ln>
        </p:spPr>
      </p:cxnSp>
      <p:sp>
        <p:nvSpPr>
          <p:cNvPr id="18" name="Node intake_scope"/>
          <p:cNvSpPr/>
          <p:nvPr/>
        </p:nvSpPr>
        <p:spPr>
          <a:xfrm>
            <a:off x="986162" y="2744801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Confirm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source scope</a:t>
            </a:r>
          </a:p>
        </p:txBody>
      </p:sp>
      <p:sp>
        <p:nvSpPr>
          <p:cNvPr id="19" name="Node intake_safety"/>
          <p:cNvSpPr/>
          <p:nvPr/>
        </p:nvSpPr>
        <p:spPr>
          <a:xfrm>
            <a:off x="986162" y="3420339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Avoid unsafe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execution</a:t>
            </a:r>
          </a:p>
        </p:txBody>
      </p:sp>
      <p:sp>
        <p:nvSpPr>
          <p:cNvPr id="20" name="Node extract_objective"/>
          <p:cNvSpPr/>
          <p:nvPr/>
        </p:nvSpPr>
        <p:spPr>
          <a:xfrm>
            <a:off x="3168669" y="2744801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Find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objectives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and gaps</a:t>
            </a:r>
          </a:p>
        </p:txBody>
      </p:sp>
      <p:sp>
        <p:nvSpPr>
          <p:cNvPr id="21" name="Node extract_steps"/>
          <p:cNvSpPr/>
          <p:nvPr/>
        </p:nvSpPr>
        <p:spPr>
          <a:xfrm>
            <a:off x="3168669" y="3420339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Extract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method steps</a:t>
            </a:r>
          </a:p>
        </p:txBody>
      </p:sp>
      <p:sp>
        <p:nvSpPr>
          <p:cNvPr id="22" name="Node extract_evidence"/>
          <p:cNvSpPr/>
          <p:nvPr/>
        </p:nvSpPr>
        <p:spPr>
          <a:xfrm>
            <a:off x="3168669" y="4095877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Attach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evidence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notes</a:t>
            </a:r>
          </a:p>
        </p:txBody>
      </p:sp>
      <p:sp>
        <p:nvSpPr>
          <p:cNvPr id="23" name="Node model_schema"/>
          <p:cNvSpPr/>
          <p:nvPr/>
        </p:nvSpPr>
        <p:spPr>
          <a:xfrm>
            <a:off x="5351176" y="2744801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Build route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schema</a:t>
            </a:r>
          </a:p>
        </p:txBody>
      </p:sp>
      <p:sp>
        <p:nvSpPr>
          <p:cNvPr id="24" name="Node model_validate"/>
          <p:cNvSpPr/>
          <p:nvPr/>
        </p:nvSpPr>
        <p:spPr>
          <a:xfrm>
            <a:off x="5351176" y="3420339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Validate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route model</a:t>
            </a:r>
          </a:p>
        </p:txBody>
      </p:sp>
      <p:sp>
        <p:nvSpPr>
          <p:cNvPr id="25" name="Node render_pptx"/>
          <p:cNvSpPr/>
          <p:nvPr/>
        </p:nvSpPr>
        <p:spPr>
          <a:xfrm>
            <a:off x="7533682" y="2744801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Render PPTX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shapes</a:t>
            </a:r>
          </a:p>
        </p:txBody>
      </p:sp>
      <p:sp>
        <p:nvSpPr>
          <p:cNvPr id="26" name="Node render_svg"/>
          <p:cNvSpPr/>
          <p:nvPr/>
        </p:nvSpPr>
        <p:spPr>
          <a:xfrm>
            <a:off x="7533682" y="3420339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Render SVG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vector</a:t>
            </a:r>
          </a:p>
        </p:txBody>
      </p:sp>
      <p:sp>
        <p:nvSpPr>
          <p:cNvPr id="27" name="Node render_drawio"/>
          <p:cNvSpPr/>
          <p:nvPr/>
        </p:nvSpPr>
        <p:spPr>
          <a:xfrm>
            <a:off x="7533682" y="4095877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Render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Draw.io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cells</a:t>
            </a:r>
          </a:p>
        </p:txBody>
      </p:sp>
      <p:sp>
        <p:nvSpPr>
          <p:cNvPr id="28" name="Node review_report"/>
          <p:cNvSpPr/>
          <p:nvPr/>
        </p:nvSpPr>
        <p:spPr>
          <a:xfrm>
            <a:off x="9716189" y="2744801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Generate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quality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report</a:t>
            </a:r>
          </a:p>
        </p:txBody>
      </p:sp>
      <p:sp>
        <p:nvSpPr>
          <p:cNvPr id="29" name="Node review_iterate"/>
          <p:cNvSpPr/>
          <p:nvPr/>
        </p:nvSpPr>
        <p:spPr>
          <a:xfrm>
            <a:off x="9716189" y="3420339"/>
            <a:ext cx="1489647" cy="53696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txBody>
          <a:bodyPr wrap="square" anchor="ctr"/>
          <a:lstStyle/>
          <a:p>
            <a:pPr algn="ctr"/>
            <a:r>
              <a:rPr lang="zh-CN" sz="930">
                <a:solidFill>
                  <a:srgbClr val="242424"/>
                </a:solidFill>
              </a:rPr>
              <a:t>Revise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editable</a:t>
            </a:r>
          </a:p>
          <a:p>
            <a:pPr algn="ctr"/>
            <a:r>
              <a:rPr lang="zh-CN" sz="930">
                <a:solidFill>
                  <a:srgbClr val="242424"/>
                </a:solidFill>
              </a:rPr>
              <a:t>files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chRouteMaker">
  <a:themeElements>
    <a:clrScheme name="TechRoute">
      <a:dk1>
        <a:srgbClr val="000000"/>
      </a:dk1>
      <a:lt1>
        <a:srgbClr val="FFFFFF"/>
      </a:lt1>
      <a:dk2>
        <a:srgbClr val="1F2937"/>
      </a:dk2>
      <a:lt2>
        <a:srgbClr val="F8FAFC"/>
      </a:lt2>
      <a:accent1>
        <a:srgbClr val="2563EB"/>
      </a:accent1>
      <a:accent2>
        <a:srgbClr val="0F766E"/>
      </a:accent2>
      <a:accent3>
        <a:srgbClr val="7C3AED"/>
      </a:accent3>
      <a:accent4>
        <a:srgbClr val="F59E0B"/>
      </a:accent4>
      <a:accent5>
        <a:srgbClr val="EF4444"/>
      </a:accent5>
      <a:accent6>
        <a:srgbClr val="64748B"/>
      </a:accent6>
      <a:hlink>
        <a:srgbClr val="2563EB"/>
      </a:hlink>
      <a:folHlink>
        <a:srgbClr val="7C3AED"/>
      </a:folHlink>
    </a:clrScheme>
    <a:fontScheme name="Arial">
      <a:majorFont>
        <a:latin typeface="Arial"/>
      </a:majorFont>
      <a:minorFont>
        <a:latin typeface="Arial"/>
      </a:minorFont>
    </a:fontScheme>
    <a:fmtScheme name="TechRout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Application>tech-route-maker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>
  <dc:creator>tech-route-maker</dc:creator>
  <cp:lastModifiedBy>tech-route-maker</cp:lastModifiedBy>
</cp:coreProperties>
</file>