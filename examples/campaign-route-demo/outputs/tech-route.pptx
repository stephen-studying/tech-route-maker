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870000" y="968641"/>
            <a:ext cx="10452000" cy="430000"/>
          </a:xfrm>
          <a:prstGeom prst="roundRect">
            <a:avLst/>
          </a:prstGeom>
          <a:solidFill>
            <a:srgbClr val="DCE9FF"/>
          </a:solidFill>
          <a:ln w="12700">
            <a:solidFill>
              <a:srgbClr val="DCE9FF"/>
            </a:solidFill>
          </a:ln>
        </p:spPr>
        <p:txBody>
          <a:bodyPr wrap="square" anchor="ctr"/>
          <a:lstStyle/>
          <a:p>
            <a:pPr algn="ctr"/>
            <a:r>
              <a:rPr lang="en-US" sz="2100" b="1">
                <a:solidFill>
                  <a:srgbClr val="111827"/>
                </a:solidFill>
              </a:rPr>
              <a:t>Campaign Strategy</a:t>
            </a:r>
          </a:p>
          <a:p>
            <a:pPr algn="ctr"/>
            <a:r>
              <a:rPr lang="en-US" sz="2100" b="1">
                <a:solidFill>
                  <a:srgbClr val="111827"/>
                </a:solidFill>
              </a:rPr>
              <a:t>Route</a:t>
            </a:r>
          </a:p>
        </p:txBody>
      </p:sp>
      <p:sp>
        <p:nvSpPr>
          <p:cNvPr id="3" name="Subtitle"/>
          <p:cNvSpPr/>
          <p:nvPr/>
        </p:nvSpPr>
        <p:spPr>
          <a:xfrm>
            <a:off x="1700000" y="1413641"/>
            <a:ext cx="8792000" cy="1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526070"/>
                </a:solidFill>
              </a:rPr>
              <a:t>Research-tool</a:t>
            </a:r>
          </a:p>
          <a:p>
            <a:pPr algn="ctr"/>
            <a:r>
              <a:rPr lang="en-US" sz="850">
                <a:solidFill>
                  <a:srgbClr val="526070"/>
                </a:solidFill>
              </a:rPr>
              <a:t>launch campaign</a:t>
            </a:r>
          </a:p>
          <a:p>
            <a:pPr algn="ctr"/>
            <a:r>
              <a:rPr lang="en-US" sz="850">
                <a:solidFill>
                  <a:srgbClr val="526070"/>
                </a:solidFill>
              </a:rPr>
              <a:t>demo</a:t>
            </a:r>
          </a:p>
        </p:txBody>
      </p:sp>
      <p:sp>
        <p:nvSpPr>
          <p:cNvPr id="4" name="Stage Audience"/>
          <p:cNvSpPr/>
          <p:nvPr/>
        </p:nvSpPr>
        <p:spPr>
          <a:xfrm>
            <a:off x="808423" y="2347053"/>
            <a:ext cx="1905621" cy="3123683"/>
          </a:xfrm>
          <a:prstGeom prst="roundRect">
            <a:avLst/>
          </a:prstGeom>
          <a:solidFill>
            <a:srgbClr val="DCE9FF"/>
          </a:solidFill>
          <a:ln w="12700">
            <a:solidFill>
              <a:srgbClr val="AFC4E8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en-US" sz="1000">
                <a:solidFill>
                  <a:srgbClr val="111827"/>
                </a:solidFill>
              </a:rPr>
              <a:t/>
            </a:r>
          </a:p>
        </p:txBody>
      </p:sp>
      <p:sp>
        <p:nvSpPr>
          <p:cNvPr id="5" name="Header Audience"/>
          <p:cNvSpPr/>
          <p:nvPr/>
        </p:nvSpPr>
        <p:spPr>
          <a:xfrm>
            <a:off x="808423" y="2347053"/>
            <a:ext cx="1905621" cy="331564"/>
          </a:xfrm>
          <a:prstGeom prst="roundRect">
            <a:avLst/>
          </a:prstGeom>
          <a:solidFill>
            <a:srgbClr val="2D5CA8"/>
          </a:solidFill>
          <a:ln w="12700">
            <a:solidFill>
              <a:srgbClr val="2D5CA8"/>
            </a:solidFill>
          </a:ln>
        </p:spPr>
        <p:txBody>
          <a:bodyPr wrap="square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Audience</a:t>
            </a:r>
          </a:p>
        </p:txBody>
      </p:sp>
      <p:sp>
        <p:nvSpPr>
          <p:cNvPr id="6" name="Stage Insight"/>
          <p:cNvSpPr/>
          <p:nvPr/>
        </p:nvSpPr>
        <p:spPr>
          <a:xfrm>
            <a:off x="2975806" y="2347053"/>
            <a:ext cx="1905621" cy="3123683"/>
          </a:xfrm>
          <a:prstGeom prst="roundRect">
            <a:avLst/>
          </a:prstGeom>
          <a:solidFill>
            <a:srgbClr val="DFF2E3"/>
          </a:solidFill>
          <a:ln w="12700">
            <a:solidFill>
              <a:srgbClr val="AFC4E8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en-US" sz="1000">
                <a:solidFill>
                  <a:srgbClr val="111827"/>
                </a:solidFill>
              </a:rPr>
              <a:t/>
            </a:r>
          </a:p>
        </p:txBody>
      </p:sp>
      <p:sp>
        <p:nvSpPr>
          <p:cNvPr id="7" name="Header Insight"/>
          <p:cNvSpPr/>
          <p:nvPr/>
        </p:nvSpPr>
        <p:spPr>
          <a:xfrm>
            <a:off x="2975806" y="2347053"/>
            <a:ext cx="1905621" cy="331564"/>
          </a:xfrm>
          <a:prstGeom prst="roundRect">
            <a:avLst/>
          </a:prstGeom>
          <a:solidFill>
            <a:srgbClr val="2D5CA8"/>
          </a:solidFill>
          <a:ln w="12700">
            <a:solidFill>
              <a:srgbClr val="2D5CA8"/>
            </a:solidFill>
          </a:ln>
        </p:spPr>
        <p:txBody>
          <a:bodyPr wrap="square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Insight</a:t>
            </a:r>
          </a:p>
        </p:txBody>
      </p:sp>
      <p:sp>
        <p:nvSpPr>
          <p:cNvPr id="8" name="Stage Message"/>
          <p:cNvSpPr/>
          <p:nvPr/>
        </p:nvSpPr>
        <p:spPr>
          <a:xfrm>
            <a:off x="5143189" y="2347053"/>
            <a:ext cx="1905621" cy="3123683"/>
          </a:xfrm>
          <a:prstGeom prst="roundRect">
            <a:avLst/>
          </a:prstGeom>
          <a:solidFill>
            <a:srgbClr val="E9EEFF"/>
          </a:solidFill>
          <a:ln w="12700">
            <a:solidFill>
              <a:srgbClr val="AFC4E8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en-US" sz="1000">
                <a:solidFill>
                  <a:srgbClr val="111827"/>
                </a:solidFill>
              </a:rPr>
              <a:t/>
            </a:r>
          </a:p>
        </p:txBody>
      </p:sp>
      <p:sp>
        <p:nvSpPr>
          <p:cNvPr id="9" name="Header Message"/>
          <p:cNvSpPr/>
          <p:nvPr/>
        </p:nvSpPr>
        <p:spPr>
          <a:xfrm>
            <a:off x="5143189" y="2347053"/>
            <a:ext cx="1905621" cy="331564"/>
          </a:xfrm>
          <a:prstGeom prst="roundRect">
            <a:avLst/>
          </a:prstGeom>
          <a:solidFill>
            <a:srgbClr val="2D5CA8"/>
          </a:solidFill>
          <a:ln w="12700">
            <a:solidFill>
              <a:srgbClr val="2D5CA8"/>
            </a:solidFill>
          </a:ln>
        </p:spPr>
        <p:txBody>
          <a:bodyPr wrap="square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Message</a:t>
            </a:r>
          </a:p>
        </p:txBody>
      </p:sp>
      <p:sp>
        <p:nvSpPr>
          <p:cNvPr id="10" name="Stage Channels"/>
          <p:cNvSpPr/>
          <p:nvPr/>
        </p:nvSpPr>
        <p:spPr>
          <a:xfrm>
            <a:off x="7310571" y="2347053"/>
            <a:ext cx="1905621" cy="3123683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AFC4E8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en-US" sz="1000">
                <a:solidFill>
                  <a:srgbClr val="111827"/>
                </a:solidFill>
              </a:rPr>
              <a:t/>
            </a:r>
          </a:p>
        </p:txBody>
      </p:sp>
      <p:sp>
        <p:nvSpPr>
          <p:cNvPr id="11" name="Header Channels"/>
          <p:cNvSpPr/>
          <p:nvPr/>
        </p:nvSpPr>
        <p:spPr>
          <a:xfrm>
            <a:off x="7310571" y="2347053"/>
            <a:ext cx="1905621" cy="331564"/>
          </a:xfrm>
          <a:prstGeom prst="roundRect">
            <a:avLst/>
          </a:prstGeom>
          <a:solidFill>
            <a:srgbClr val="2D5CA8"/>
          </a:solidFill>
          <a:ln w="12700">
            <a:solidFill>
              <a:srgbClr val="2D5CA8"/>
            </a:solidFill>
          </a:ln>
        </p:spPr>
        <p:txBody>
          <a:bodyPr wrap="square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Channels</a:t>
            </a:r>
          </a:p>
        </p:txBody>
      </p:sp>
      <p:sp>
        <p:nvSpPr>
          <p:cNvPr id="12" name="Stage Measurement"/>
          <p:cNvSpPr/>
          <p:nvPr/>
        </p:nvSpPr>
        <p:spPr>
          <a:xfrm>
            <a:off x="9477954" y="2347053"/>
            <a:ext cx="1905621" cy="3123683"/>
          </a:xfrm>
          <a:prstGeom prst="roundRect">
            <a:avLst/>
          </a:prstGeom>
          <a:solidFill>
            <a:srgbClr val="E4F6F5"/>
          </a:solidFill>
          <a:ln w="12700">
            <a:solidFill>
              <a:srgbClr val="AFC4E8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en-US" sz="1000">
                <a:solidFill>
                  <a:srgbClr val="111827"/>
                </a:solidFill>
              </a:rPr>
              <a:t/>
            </a:r>
          </a:p>
        </p:txBody>
      </p:sp>
      <p:sp>
        <p:nvSpPr>
          <p:cNvPr id="13" name="Header Measurement"/>
          <p:cNvSpPr/>
          <p:nvPr/>
        </p:nvSpPr>
        <p:spPr>
          <a:xfrm>
            <a:off x="9477954" y="2347053"/>
            <a:ext cx="1905621" cy="331564"/>
          </a:xfrm>
          <a:prstGeom prst="roundRect">
            <a:avLst/>
          </a:prstGeom>
          <a:solidFill>
            <a:srgbClr val="2D5CA8"/>
          </a:solidFill>
          <a:ln w="12700">
            <a:solidFill>
              <a:srgbClr val="2D5CA8"/>
            </a:solidFill>
          </a:ln>
        </p:spPr>
        <p:txBody>
          <a:bodyPr wrap="square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Measurement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1761234" y="3141062"/>
            <a:ext cx="2167382" cy="1"/>
          </a:xfrm>
          <a:prstGeom prst="line">
            <a:avLst/>
          </a:prstGeom>
          <a:ln w="19050">
            <a:solidFill>
              <a:srgbClr val="2D5CA8"/>
            </a:solidFill>
            <a:headEnd type="triangle"/>
          </a:ln>
        </p:spPr>
      </p:cxnSp>
      <p:cxnSp>
        <p:nvCxnSpPr>
          <p:cNvPr id="15" name="Connector 15"/>
          <p:cNvCxnSpPr/>
          <p:nvPr/>
        </p:nvCxnSpPr>
        <p:spPr>
          <a:xfrm>
            <a:off x="3928617" y="3141062"/>
            <a:ext cx="2167382" cy="1"/>
          </a:xfrm>
          <a:prstGeom prst="line">
            <a:avLst/>
          </a:prstGeom>
          <a:ln w="19050">
            <a:solidFill>
              <a:srgbClr val="2D5CA8"/>
            </a:solidFill>
            <a:headEnd type="triangle"/>
          </a:ln>
        </p:spPr>
      </p:cxnSp>
      <p:cxnSp>
        <p:nvCxnSpPr>
          <p:cNvPr id="16" name="Connector 16"/>
          <p:cNvCxnSpPr/>
          <p:nvPr/>
        </p:nvCxnSpPr>
        <p:spPr>
          <a:xfrm>
            <a:off x="6096000" y="3141062"/>
            <a:ext cx="1" cy="680579"/>
          </a:xfrm>
          <a:prstGeom prst="line">
            <a:avLst/>
          </a:prstGeom>
          <a:ln w="19050">
            <a:solidFill>
              <a:srgbClr val="2D5CA8"/>
            </a:solidFill>
            <a:headEnd type="triangle"/>
          </a:ln>
        </p:spPr>
      </p:cxnSp>
      <p:cxnSp>
        <p:nvCxnSpPr>
          <p:cNvPr id="17" name="Connector 17"/>
          <p:cNvCxnSpPr/>
          <p:nvPr/>
        </p:nvCxnSpPr>
        <p:spPr>
          <a:xfrm flipV="1">
            <a:off x="6096000" y="3141062"/>
            <a:ext cx="2167382" cy="680579"/>
          </a:xfrm>
          <a:prstGeom prst="line">
            <a:avLst/>
          </a:prstGeom>
          <a:ln w="19050">
            <a:solidFill>
              <a:srgbClr val="2D5CA8"/>
            </a:solidFill>
            <a:headEnd type="triangle"/>
          </a:ln>
        </p:spPr>
      </p:cxnSp>
      <p:cxnSp>
        <p:nvCxnSpPr>
          <p:cNvPr id="18" name="Connector 18"/>
          <p:cNvCxnSpPr/>
          <p:nvPr/>
        </p:nvCxnSpPr>
        <p:spPr>
          <a:xfrm>
            <a:off x="8263382" y="3141062"/>
            <a:ext cx="1" cy="680579"/>
          </a:xfrm>
          <a:prstGeom prst="line">
            <a:avLst/>
          </a:prstGeom>
          <a:ln w="19050">
            <a:solidFill>
              <a:srgbClr val="2D5CA8"/>
            </a:solidFill>
            <a:headEnd type="triangle"/>
          </a:ln>
        </p:spPr>
      </p:cxnSp>
      <p:cxnSp>
        <p:nvCxnSpPr>
          <p:cNvPr id="19" name="Connector 19"/>
          <p:cNvCxnSpPr/>
          <p:nvPr/>
        </p:nvCxnSpPr>
        <p:spPr>
          <a:xfrm flipV="1">
            <a:off x="8263382" y="3141062"/>
            <a:ext cx="2167382" cy="680579"/>
          </a:xfrm>
          <a:prstGeom prst="line">
            <a:avLst/>
          </a:prstGeom>
          <a:ln w="19050">
            <a:solidFill>
              <a:srgbClr val="2D5CA8"/>
            </a:solidFill>
            <a:headEnd type="triangle"/>
          </a:ln>
        </p:spPr>
      </p:cxnSp>
      <p:cxnSp>
        <p:nvCxnSpPr>
          <p:cNvPr id="20" name="Connector 20"/>
          <p:cNvCxnSpPr/>
          <p:nvPr/>
        </p:nvCxnSpPr>
        <p:spPr>
          <a:xfrm>
            <a:off x="10430765" y="3141062"/>
            <a:ext cx="1" cy="680579"/>
          </a:xfrm>
          <a:prstGeom prst="line">
            <a:avLst/>
          </a:prstGeom>
          <a:ln w="19050">
            <a:solidFill>
              <a:srgbClr val="2D5CA8"/>
            </a:solidFill>
            <a:headEnd type="triangle"/>
          </a:ln>
        </p:spPr>
      </p:cxnSp>
      <p:cxnSp>
        <p:nvCxnSpPr>
          <p:cNvPr id="21" name="Connector 21"/>
          <p:cNvCxnSpPr/>
          <p:nvPr/>
        </p:nvCxnSpPr>
        <p:spPr>
          <a:xfrm flipH="1" flipV="1">
            <a:off x="6096000" y="3141062"/>
            <a:ext cx="4334765" cy="680579"/>
          </a:xfrm>
          <a:prstGeom prst="line">
            <a:avLst/>
          </a:prstGeom>
          <a:ln w="19050">
            <a:solidFill>
              <a:srgbClr val="2D5CA8"/>
            </a:solidFill>
            <a:headEnd type="triangle"/>
          </a:ln>
        </p:spPr>
      </p:cxnSp>
      <p:sp>
        <p:nvSpPr>
          <p:cNvPr id="22" name="Node audience_segments"/>
          <p:cNvSpPr/>
          <p:nvPr/>
        </p:nvSpPr>
        <p:spPr>
          <a:xfrm>
            <a:off x="991656" y="2870576"/>
            <a:ext cx="1539155" cy="54097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ADE3"/>
            </a:solidFill>
          </a:ln>
        </p:spPr>
        <p:txBody>
          <a:bodyPr wrap="square" anchor="ctr"/>
          <a:lstStyle/>
          <a:p>
            <a:pPr algn="ctr"/>
            <a:r>
              <a:rPr lang="en-US" sz="1050">
                <a:solidFill>
                  <a:srgbClr val="111827"/>
                </a:solidFill>
              </a:rPr>
              <a:t>Map user segments</a:t>
            </a:r>
          </a:p>
        </p:txBody>
      </p:sp>
      <p:sp>
        <p:nvSpPr>
          <p:cNvPr id="23" name="Node insight_editable"/>
          <p:cNvSpPr/>
          <p:nvPr/>
        </p:nvSpPr>
        <p:spPr>
          <a:xfrm>
            <a:off x="3159039" y="2870576"/>
            <a:ext cx="1539155" cy="54097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ADE3"/>
            </a:solidFill>
          </a:ln>
        </p:spPr>
        <p:txBody>
          <a:bodyPr wrap="square" anchor="ctr"/>
          <a:lstStyle/>
          <a:p>
            <a:pPr algn="ctr"/>
            <a:r>
              <a:rPr lang="en-US" sz="1050">
                <a:solidFill>
                  <a:srgbClr val="111827"/>
                </a:solidFill>
              </a:rPr>
              <a:t>Lead with</a:t>
            </a:r>
          </a:p>
          <a:p>
            <a:pPr algn="ctr"/>
            <a:r>
              <a:rPr lang="en-US" sz="1050">
                <a:solidFill>
                  <a:srgbClr val="111827"/>
                </a:solidFill>
              </a:rPr>
              <a:t>editability</a:t>
            </a:r>
          </a:p>
        </p:txBody>
      </p:sp>
      <p:sp>
        <p:nvSpPr>
          <p:cNvPr id="24" name="Node message_positioning"/>
          <p:cNvSpPr/>
          <p:nvPr/>
        </p:nvSpPr>
        <p:spPr>
          <a:xfrm>
            <a:off x="5326422" y="2870576"/>
            <a:ext cx="1539155" cy="54097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ADE3"/>
            </a:solidFill>
          </a:ln>
        </p:spPr>
        <p:txBody>
          <a:bodyPr wrap="square" anchor="ctr"/>
          <a:lstStyle/>
          <a:p>
            <a:pPr algn="ctr"/>
            <a:r>
              <a:rPr lang="en-US" sz="1050">
                <a:solidFill>
                  <a:srgbClr val="111827"/>
                </a:solidFill>
              </a:rPr>
              <a:t>Position workflow</a:t>
            </a:r>
          </a:p>
          <a:p>
            <a:pPr algn="ctr"/>
            <a:r>
              <a:rPr lang="en-US" sz="1050">
                <a:solidFill>
                  <a:srgbClr val="111827"/>
                </a:solidFill>
              </a:rPr>
              <a:t>value</a:t>
            </a:r>
          </a:p>
        </p:txBody>
      </p:sp>
      <p:sp>
        <p:nvSpPr>
          <p:cNvPr id="25" name="Node message_proof"/>
          <p:cNvSpPr/>
          <p:nvPr/>
        </p:nvSpPr>
        <p:spPr>
          <a:xfrm>
            <a:off x="5326422" y="3551155"/>
            <a:ext cx="1539155" cy="54097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ADE3"/>
            </a:solidFill>
          </a:ln>
        </p:spPr>
        <p:txBody>
          <a:bodyPr wrap="square" anchor="ctr"/>
          <a:lstStyle/>
          <a:p>
            <a:pPr algn="ctr"/>
            <a:r>
              <a:rPr lang="en-US" sz="1050">
                <a:solidFill>
                  <a:srgbClr val="111827"/>
                </a:solidFill>
              </a:rPr>
              <a:t>Show before and</a:t>
            </a:r>
          </a:p>
          <a:p>
            <a:pPr algn="ctr"/>
            <a:r>
              <a:rPr lang="en-US" sz="1050">
                <a:solidFill>
                  <a:srgbClr val="111827"/>
                </a:solidFill>
              </a:rPr>
              <a:t>after</a:t>
            </a:r>
          </a:p>
        </p:txBody>
      </p:sp>
      <p:sp>
        <p:nvSpPr>
          <p:cNvPr id="26" name="Node channels_github"/>
          <p:cNvSpPr/>
          <p:nvPr/>
        </p:nvSpPr>
        <p:spPr>
          <a:xfrm>
            <a:off x="7493804" y="2870576"/>
            <a:ext cx="1539155" cy="54097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ADE3"/>
            </a:solidFill>
          </a:ln>
        </p:spPr>
        <p:txBody>
          <a:bodyPr wrap="square" anchor="ctr"/>
          <a:lstStyle/>
          <a:p>
            <a:pPr algn="ctr"/>
            <a:r>
              <a:rPr lang="en-US" sz="1050">
                <a:solidFill>
                  <a:srgbClr val="111827"/>
                </a:solidFill>
              </a:rPr>
              <a:t>Use GitHub as hub</a:t>
            </a:r>
          </a:p>
        </p:txBody>
      </p:sp>
      <p:sp>
        <p:nvSpPr>
          <p:cNvPr id="27" name="Node channels_content"/>
          <p:cNvSpPr/>
          <p:nvPr/>
        </p:nvSpPr>
        <p:spPr>
          <a:xfrm>
            <a:off x="7493804" y="3551155"/>
            <a:ext cx="1539155" cy="54097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ADE3"/>
            </a:solidFill>
          </a:ln>
        </p:spPr>
        <p:txBody>
          <a:bodyPr wrap="square" anchor="ctr"/>
          <a:lstStyle/>
          <a:p>
            <a:pPr algn="ctr"/>
            <a:r>
              <a:rPr lang="en-US" sz="1050">
                <a:solidFill>
                  <a:srgbClr val="111827"/>
                </a:solidFill>
              </a:rPr>
              <a:t>Publish demo</a:t>
            </a:r>
          </a:p>
          <a:p>
            <a:pPr algn="ctr"/>
            <a:r>
              <a:rPr lang="en-US" sz="1050">
                <a:solidFill>
                  <a:srgbClr val="111827"/>
                </a:solidFill>
              </a:rPr>
              <a:t>content</a:t>
            </a:r>
          </a:p>
        </p:txBody>
      </p:sp>
      <p:sp>
        <p:nvSpPr>
          <p:cNvPr id="28" name="Node measurement_metrics"/>
          <p:cNvSpPr/>
          <p:nvPr/>
        </p:nvSpPr>
        <p:spPr>
          <a:xfrm>
            <a:off x="9661187" y="2870576"/>
            <a:ext cx="1539155" cy="54097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ADE3"/>
            </a:solidFill>
          </a:ln>
        </p:spPr>
        <p:txBody>
          <a:bodyPr wrap="square" anchor="ctr"/>
          <a:lstStyle/>
          <a:p>
            <a:pPr algn="ctr"/>
            <a:r>
              <a:rPr lang="en-US" sz="1050">
                <a:solidFill>
                  <a:srgbClr val="111827"/>
                </a:solidFill>
              </a:rPr>
              <a:t>Track adoption</a:t>
            </a:r>
          </a:p>
          <a:p>
            <a:pPr algn="ctr"/>
            <a:r>
              <a:rPr lang="en-US" sz="1050">
                <a:solidFill>
                  <a:srgbClr val="111827"/>
                </a:solidFill>
              </a:rPr>
              <a:t>signals</a:t>
            </a:r>
          </a:p>
        </p:txBody>
      </p:sp>
      <p:sp>
        <p:nvSpPr>
          <p:cNvPr id="29" name="Node measurement_optimize"/>
          <p:cNvSpPr/>
          <p:nvPr/>
        </p:nvSpPr>
        <p:spPr>
          <a:xfrm>
            <a:off x="9661187" y="3551155"/>
            <a:ext cx="1539155" cy="54097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ADE3"/>
            </a:solidFill>
          </a:ln>
        </p:spPr>
        <p:txBody>
          <a:bodyPr wrap="square" anchor="ctr"/>
          <a:lstStyle/>
          <a:p>
            <a:pPr algn="ctr"/>
            <a:r>
              <a:rPr lang="en-US" sz="1050">
                <a:solidFill>
                  <a:srgbClr val="111827"/>
                </a:solidFill>
              </a:rPr>
              <a:t>Optimize message</a:t>
            </a:r>
          </a:p>
          <a:p>
            <a:pPr algn="ctr"/>
            <a:r>
              <a:rPr lang="en-US" sz="1050">
                <a:solidFill>
                  <a:srgbClr val="111827"/>
                </a:solidFill>
              </a:rPr>
              <a:t>route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RouteMaker">
  <a:themeElements>
    <a:clrScheme name="TechRout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F766E"/>
      </a:accent2>
      <a:accent3>
        <a:srgbClr val="7C3AED"/>
      </a:accent3>
      <a:accent4>
        <a:srgbClr val="F59E0B"/>
      </a:accent4>
      <a:accent5>
        <a:srgbClr val="EF4444"/>
      </a:accent5>
      <a:accent6>
        <a:srgbClr val="64748B"/>
      </a:accent6>
      <a:hlink>
        <a:srgbClr val="2563EB"/>
      </a:hlink>
      <a:folHlink>
        <a:srgbClr val="7C3AED"/>
      </a:folHlink>
    </a:clrScheme>
    <a:fontScheme name="Arial">
      <a:majorFont>
        <a:latin typeface="Arial"/>
      </a:majorFont>
      <a:minorFont>
        <a:latin typeface="Arial"/>
      </a:minorFont>
    </a:fontScheme>
    <a:fmtScheme name="TechRout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tech-route-maker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>
  <dc:creator>tech-route-maker</dc:creator>
  <cp:lastModifiedBy>tech-route-maker</cp:lastModifiedBy>
</cp:coreProperties>
</file>